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52CC"/>
                </a:solidFill>
              </a:rPr>
              <a:t>Vertex AI Student Evaluation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63636"/>
                </a:solidFill>
              </a:rPr>
              <a:t>Algoworks Covista Architecture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2CC"/>
                </a:solidFill>
              </a:rPr>
              <a:t>High-Level Workflow: AI Opportunity Evaluation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286000" cy="1097280"/>
          </a:xfrm>
          <a:prstGeom prst="rect">
            <a:avLst/>
          </a:prstGeom>
          <a:solidFill>
            <a:srgbClr val="F0F8FF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CC"/>
                </a:solidFill>
              </a:rPr>
              <a:t>1. Data Aggregation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52CC"/>
                </a:solidFill>
              </a:rPr>
              <a:t>(Angular + Firestore)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Compiles student checklist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Gathers engagement signals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Notes days until class starts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737360"/>
            <a:ext cx="548640" cy="36576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1371600"/>
            <a:ext cx="2286000" cy="1097280"/>
          </a:xfrm>
          <a:prstGeom prst="rect">
            <a:avLst/>
          </a:prstGeom>
          <a:solidFill>
            <a:srgbClr val="E6F3E6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A853"/>
                </a:solidFill>
              </a:rPr>
              <a:t>2. Vertex AI Generation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4A853"/>
                </a:solidFill>
              </a:rPr>
              <a:t>(Gemini 2.5 JSON Prompt)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Processes structured context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Reasons on risk factors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Drafts personalized Email/SMS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48640" cy="36576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1371600"/>
            <a:ext cx="1828800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B00"/>
                </a:solidFill>
              </a:rPr>
              <a:t>3. Structured UX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9AB00"/>
                </a:solidFill>
              </a:rPr>
              <a:t>(Insights &amp; Drafts)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2743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Next Best Actions surfaced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Drafts ready for ES edit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1-click execution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2CC"/>
                </a:solidFill>
              </a:rPr>
              <a:t>The Vertex AI System Prompt &amp;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Step 1: System Context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The Cloud Function feeds the model a rigid JSON schema instruction set alongside the student's real-time progression state, ensuring the LLM acts strictly as a data-driven enrollment assistant.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Step 2: JSON Payload Generation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Gemini 2.5 synthesizes a perfectly structured JSON object mapped directly to the Angular frontend: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22860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</a:rPr>
              <a:t>✔️ Risk Sub-signals (Engagement, Deadlines)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</a:rPr>
              <a:t>✔️ Prioritized "Next Best Actions"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</a:rPr>
              <a:t>✔️ Contextual Email Draft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</a:rPr>
              <a:t>✔️ Condensed SMS Draft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2026-03-04T14:58:10Z</dcterms:created>
  <dcterms:modified xsi:type="dcterms:W3CDTF">2026-03-04T14:58:10Z</dcterms:modified>
</cp:coreProperties>
</file>